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Pipeline Review Q3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Acme Corp (fictional) | FY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Open deals: 64</a:t>
            </a:r>
          </a:p>
          <a:p>
            <a:pPr>
              <a:defRPr sz="2000"/>
            </a:pPr>
            <a:r>
              <a:t>Pipeline value: Rs 27,100,000</a:t>
            </a:r>
          </a:p>
          <a:p>
            <a:pPr>
              <a:defRPr sz="2000"/>
            </a:pPr>
            <a:r>
              <a:t>Win rate: 28%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Focus on banking sector deals</a:t>
            </a:r>
          </a:p>
          <a:p>
            <a:pPr>
              <a:defRPr sz="2000"/>
            </a:pPr>
            <a:r>
              <a:t>Shorten proposal cycle to 5 days</a:t>
            </a:r>
          </a:p>
          <a:p>
            <a:pPr>
              <a:defRPr sz="2000"/>
            </a:pPr>
            <a:r>
              <a:t>Hire 3 account executives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