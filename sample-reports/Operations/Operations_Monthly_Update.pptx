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Operations Monthly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Corp (fictional) | FY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On-time delivery: 96%</a:t>
            </a:r>
          </a:p>
          <a:p>
            <a:pPr>
              <a:defRPr sz="2000"/>
            </a:pPr>
            <a:r>
              <a:t>Support tickets closed: 1,240</a:t>
            </a:r>
          </a:p>
          <a:p>
            <a:pPr>
              <a:defRPr sz="2000"/>
            </a:pPr>
            <a:r>
              <a:t>Avg resolution time: 6.5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Warehouse delays in East region</a:t>
            </a:r>
          </a:p>
          <a:p>
            <a:pPr>
              <a:defRPr sz="2000"/>
            </a:pPr>
            <a:r>
              <a:t>Action: add second shift from November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