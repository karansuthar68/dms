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Company Overview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Acme Corp (fictional) | FY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Founded in 2015, headquartered in Bengaluru</a:t>
            </a:r>
          </a:p>
          <a:p>
            <a:pPr>
              <a:defRPr sz="2000"/>
            </a:pPr>
            <a:r>
              <a:t>320 employees across 4 offices</a:t>
            </a:r>
          </a:p>
          <a:p>
            <a:pPr>
              <a:defRPr sz="2000"/>
            </a:pPr>
            <a:r>
              <a:t>Serving 1,200+ business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 of the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Revenue: Rs 41,500,000</a:t>
            </a:r>
          </a:p>
          <a:p>
            <a:pPr>
              <a:defRPr sz="2000"/>
            </a:pPr>
            <a:r>
              <a:t>Launched 3 new products</a:t>
            </a:r>
          </a:p>
          <a:p>
            <a:pPr>
              <a:defRPr sz="2000"/>
            </a:pPr>
            <a:r>
              <a:t>Opened Pune office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for Next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Grow revenue by 25%</a:t>
            </a:r>
          </a:p>
          <a:p>
            <a:pPr>
              <a:defRPr sz="2000"/>
            </a:pPr>
            <a:r>
              <a:t>Expand to 2 new countries</a:t>
            </a:r>
          </a:p>
          <a:p>
            <a:pPr>
              <a:defRPr sz="2000"/>
            </a:pPr>
            <a:r>
              <a:t>Reach 400 employees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